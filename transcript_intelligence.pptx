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45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</a:rPr>
              <a:t>TRANSCRIPT INTELLIGENCE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Data Analysis &amp; Insights — Take-Home Assignment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4114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Manish Kumar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100 call transcripts  ·  Python · Ollama (llama3.2:3b) · pandas · matplotlib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Support  ·  External  ·  Internal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What we built &amp; found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75488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1014984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Dataset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36245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100 calls · 3 types · 6 files each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475488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89280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194767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Task 1 — Topic Categorization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29514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11 macro-categories from 351 tags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475488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82549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880360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Task 2 — Sentiment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22783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Trends by type, category &amp; arc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58184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758184"/>
            <a:ext cx="475488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758184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" y="3813048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Bonus A — Agent 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416052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 agents scored on 5 metrics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9601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475488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0" y="9601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13248" y="1014984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Bonus B — Feature Gaps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13248" y="136245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69 signals · 18 high urgency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892808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1892808"/>
            <a:ext cx="475488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0" y="189280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13248" y="194767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Bonus C — Churn Risk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13248" y="229514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36 of 70 customer calls flagged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825496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46320" y="2825496"/>
            <a:ext cx="475488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46320" y="282549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13248" y="2880360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13248" y="322783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What to do next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DATASET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100 calls. 3 types. Rich structured data.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100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calls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231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30.3m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7099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Avg call duration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1430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805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6 files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7099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Per call folder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11430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379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351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37960" y="17099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Unique topic tags</a:t>
            </a:r>
            <a:endParaRPr lang="en-US" sz="1000" dirty="0"/>
          </a:p>
        </p:txBody>
      </p:sp>
      <p:pic>
        <p:nvPicPr>
          <p:cNvPr id="17" name="Image 0" descr="/home/claude/output_01_call_typ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31720"/>
            <a:ext cx="4114800" cy="26060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663440" y="2331720"/>
            <a:ext cx="416052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20040" y="2468880"/>
            <a:ext cx="54864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84632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About the dataset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46320" y="28346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Well balanced: 39 external / 31 support / 30 internal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External = renewals, QBRs, outage escalations with customers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Support = customer-initiated issue resolution calls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Internal = engineering syncs, war rooms, postmortems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Data pre-enriched: sentiment scores, topic tags, key moments, and action items already generated per call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TASK 1 — TOPIC CATEGORIZATION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11 meaningful categories from 351 raw tags</a:t>
            </a:r>
            <a:endParaRPr lang="en-US" sz="2400" dirty="0"/>
          </a:p>
        </p:txBody>
      </p:sp>
      <p:pic>
        <p:nvPicPr>
          <p:cNvPr id="5" name="Image 0" descr="/home/claude/output_02_topic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30352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1097280"/>
            <a:ext cx="2971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03504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Approach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508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Hybrid: seed tags + LLM clustering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35040" y="1810512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Existing topic[] arrays from summary.json used as seeds — avoids hallucination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LLM groups semantically related tags (k-means can't know 'seat overage' = 'billing dispute')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Rule-based consolidation ensures consistent 12 standard categories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5040" y="3154680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035040" y="32461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finding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35040" y="35204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Incident Response &amp; Outage dominates (23 calls) — the Detect pipeline failure cascades across ALL call types: war rooms, customer escalations, and billing disputes are all outage-related.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TASK 2 — SENTIMENT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Avg 3.42 / 5.0 — but the story is in the distribution</a:t>
            </a:r>
            <a:endParaRPr lang="en-US" sz="2400" dirty="0"/>
          </a:p>
        </p:txBody>
      </p:sp>
      <p:pic>
        <p:nvPicPr>
          <p:cNvPr id="5" name="Image 0" descr="/home/claude/output_03_sentiment_over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841248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TASK 2 — SENTIMENT BY CALL TYPE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Support calls are in pain. External calls lead with positivity.</a:t>
            </a:r>
            <a:endParaRPr lang="en-US" sz="2400" dirty="0"/>
          </a:p>
        </p:txBody>
      </p:sp>
      <p:pic>
        <p:nvPicPr>
          <p:cNvPr id="5" name="Image 0" descr="/home/claude/output_04_sentiment_by_call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84124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434840"/>
            <a:ext cx="2606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65760" y="4434840"/>
            <a:ext cx="64008" cy="5486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2.93 — Support avg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4434840"/>
            <a:ext cx="2606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200400" y="4434840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33756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3.42 — Internal avg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4434840"/>
            <a:ext cx="2606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035040" y="4434840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17220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3.80 — External avg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TASK 2 — CATEGORY SENTIMENT &amp; ARC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Onboarding delights. Outages hurt. Agents generally recover well.</a:t>
            </a:r>
            <a:endParaRPr lang="en-US" sz="2200" dirty="0"/>
          </a:p>
        </p:txBody>
      </p:sp>
      <p:pic>
        <p:nvPicPr>
          <p:cNvPr id="5" name="Image 0" descr="/home/claude/output_05_sentiment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029200" cy="3886200"/>
          </a:xfrm>
          <a:prstGeom prst="rect">
            <a:avLst/>
          </a:prstGeom>
        </p:spPr>
      </p:pic>
      <p:pic>
        <p:nvPicPr>
          <p:cNvPr id="6" name="Image 1" descr="/home/claude/output_06_sentiment_ar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051560"/>
            <a:ext cx="3246120" cy="2286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77840" y="3429000"/>
            <a:ext cx="32461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320040" y="3566160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5760720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Sentiment arc insight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760720" y="38404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All 3 call types have median arcs above zero — meaning calls generally improve as they progress. Only 5% of calls worsened by end. Agents are effectively de-escalating.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BONUS A — AGENT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Measure what matters: not just scores, but sentiment uplift.</a:t>
            </a:r>
            <a:endParaRPr lang="en-US" sz="2400" dirty="0"/>
          </a:p>
        </p:txBody>
      </p:sp>
      <p:pic>
        <p:nvPicPr>
          <p:cNvPr id="5" name="Image 0" descr="/home/claude/output_07_agent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64008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051560"/>
            <a:ext cx="1874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086600" y="1143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Stakeholder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086600" y="13898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Support leaders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86600" y="1719072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086600" y="18105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Highlights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86600" y="21031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Maria Santos: best uplift (0.25) — turns hard calls around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Elena Vasquez: lowest score AND arc — coaching needed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Priya Patel: highest avg score (3.3)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4434840"/>
            <a:ext cx="16002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65760" y="44348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Talk ratio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How much agent vs customer speaks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103120" y="4434840"/>
            <a:ext cx="16002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103120" y="44348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 score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Did customer sentiment improve?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840480" y="4434840"/>
            <a:ext cx="16002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840480" y="44348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Avg sentiment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Overall call quality handled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577840" y="4434840"/>
            <a:ext cx="16002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577840" y="44348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Avg duration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Resolution efficiency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315200" y="4434840"/>
            <a:ext cx="16002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315200" y="44348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 items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Follow-through accountability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BONUS B — FEATURE GAP DETECTION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69 product signals hidden in transcripts — no survey needed.</a:t>
            </a:r>
            <a:endParaRPr lang="en-US" sz="2400" dirty="0"/>
          </a:p>
        </p:txBody>
      </p:sp>
      <p:pic>
        <p:nvPicPr>
          <p:cNvPr id="5" name="Image 0" descr="/home/claude/output_08_feature_g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438912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1051560"/>
            <a:ext cx="3886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1206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Stakeholder: Product Managers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120640" y="1444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0" y="171907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Step 1 (fast): Extract pre-flagged feature_gap key moments from summary.json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Step 2 (LLM): Scan transcript text for unmet needs, workarounds, missing functionality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0" y="251460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120640" y="2606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Real examples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20640" y="28803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Usage threshold alerts (billing call)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Granular restore UX improvement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PDF export for compliance reports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Alert deduplication &amp; fatigue reduction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" y="3931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18 HIGH urgency</a:t>
            </a:r>
            <a:r>
              <a:rPr lang="en-US" sz="1300" dirty="0">
                <a:solidFill>
                  <a:srgbClr val="94A3B8"/>
                </a:solidFill>
              </a:rPr>
              <a:t>  ·  49 medium  ·  2 low  ·  Found across </a:t>
            </a:r>
            <a:r>
              <a:rPr lang="en-US" sz="1300" b="1" dirty="0">
                <a:solidFill>
                  <a:srgbClr val="CADCFC"/>
                </a:solidFill>
              </a:rPr>
              <a:t>support + external</a:t>
            </a:r>
            <a:r>
              <a:rPr lang="en-US" sz="1300" dirty="0">
                <a:solidFill>
                  <a:srgbClr val="94A3B8"/>
                </a:solidFill>
              </a:rPr>
              <a:t>  calls — the calls where customers have skin in the game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BONUS C — CHURN RISK SIGNALS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51% of customer calls show high churn risk — before it's too late.</a:t>
            </a:r>
            <a:endParaRPr lang="en-US" sz="2400" dirty="0"/>
          </a:p>
        </p:txBody>
      </p:sp>
      <p:pic>
        <p:nvPicPr>
          <p:cNvPr id="5" name="Image 0" descr="/home/claude/output_09_churn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84124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434840"/>
            <a:ext cx="13533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4434840"/>
            <a:ext cx="37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+2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1754" y="4434840"/>
            <a:ext cx="9202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Billing dispute in topics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764792" y="4434840"/>
            <a:ext cx="13533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764792" y="4434840"/>
            <a:ext cx="37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+2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170786" y="4434840"/>
            <a:ext cx="9202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Sentiment score &lt; 3.0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63824" y="4434840"/>
            <a:ext cx="13533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163824" y="4434840"/>
            <a:ext cx="37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+2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69818" y="4434840"/>
            <a:ext cx="9202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Escalation keywords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62856" y="4434840"/>
            <a:ext cx="13533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62856" y="4434840"/>
            <a:ext cx="37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+2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68850" y="4434840"/>
            <a:ext cx="9202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churn_signal key moments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61888" y="4434840"/>
            <a:ext cx="13533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961888" y="4434840"/>
            <a:ext cx="37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+1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67882" y="4434840"/>
            <a:ext cx="9202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Worsening sentiment arc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360920" y="4434840"/>
            <a:ext cx="13533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360920" y="4434840"/>
            <a:ext cx="37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+1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66914" y="4434840"/>
            <a:ext cx="9202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&gt; 3 open action items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CROSS-CALL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One outage. Three call types. A cascading business impact.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7280" y="22677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Mar 10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9:14 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578608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2578608"/>
            <a:ext cx="1920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 crash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1737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INCIDENT: Detect Pipeline Failure — War Room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Single node hits memory ceiling. No redundancy. Score: 1.8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22677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1460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Mar 10–12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2578608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14600" y="2578608"/>
            <a:ext cx="1920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14600" y="25786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Support tickets flood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971800"/>
            <a:ext cx="1737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47–112 open support tickets. Enterprise customers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Harmon Financial &amp; TerraLogix escalating. Data loss feared.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0" y="22677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1772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Mar 12–14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578608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17720" y="2578608"/>
            <a:ext cx="1920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17720" y="25786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calls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971800"/>
            <a:ext cx="1737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Northstar Pharma, Meridian Capital, Fortex all on calls.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CISOs requesting competitive eval of SentinelShield.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22677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2084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Mar 16+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2578608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720840" y="2578608"/>
            <a:ext cx="1920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20840" y="25786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Recovery plan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2971800"/>
            <a:ext cx="1737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Remediation Review call: redundant nodes + circuit breaker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Committed. Comply product confirmed unaffected.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What this data is telling us to do.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3210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3716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097280"/>
            <a:ext cx="6675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Surface the 18 high-urgency feature gaps in next sprint planning. Threshold alerts and PDF export came up in multiple independent calls — not one-offs.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3210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13716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Success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057400"/>
            <a:ext cx="6675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Contact all 36 high-risk accounts immediately. Accounts scoring 7+ (billing dispute + low sentiment + competitor mention) are at acute churn risk before renewal.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3210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3716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Support Leaders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6675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Elena Vasquez needs coaching. Pair with Maria Santos who consistently delivers the highest sentiment uplift despite handling difficult calls.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3210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13716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3977640"/>
            <a:ext cx="6675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The single-point-of-failure architecture was a known risk flagged in calls but not prioritized. Calls show customers expect redundancy as table stakes.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657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 calls analyzed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3 call types, 0% uncategorized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86207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862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 topic categories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182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From 351 unique topic tags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66744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36667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Avg sentiment 3.42 / 5.0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9867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Support = 2.93 · External = 3.80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05740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20640" y="2057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69 feature gap signals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18 high urgency for product roadmap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86207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20640" y="2862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36 high churn risk calls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182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51% of customer calls — act now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Manish Kumar  ·  Transcript Intelligence Take-Home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931</Words>
  <Application>Microsoft Office PowerPoint</Application>
  <PresentationFormat>On-screen Show (16:9)</PresentationFormat>
  <Paragraphs>161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Transcript Intelligence — Take-Home Assignment</dc:title>
  <dc:subject>PptxGenJS Presentation</dc:subject>
  <dc:creator>Manish Kumar</dc:creator>
  <cp:lastModifiedBy>Manish Kumar</cp:lastModifiedBy>
  <cp:revision>1</cp:revision>
  <dcterms:created xsi:type="dcterms:W3CDTF">2026-05-05T10:25:57Z</dcterms:created>
  <dcterms:modified xsi:type="dcterms:W3CDTF">2026-05-06T07:22:16Z</dcterms:modified>
</cp:coreProperties>
</file>